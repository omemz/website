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E88183-BC13-D9FE-2940-184D7DEAB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3706604-B55E-2747-BB97-909CCCF36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F545B7-3E30-412F-B52F-6083E5F6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8ABE4E2-D144-3EE8-7109-56A79D3C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E50C4B-C0C7-D735-EE09-5E521521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406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1617EA-8036-E112-0846-45C38482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50A1D49-E126-9816-6CDB-30570F56A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99FB16D-C150-5FB0-1EFD-7E341BD3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AA7C2BD-F831-0C1F-BDDB-CCDCF7E2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0857F00-8205-3626-BDB5-F723AEE1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29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180839-8215-9BF1-C342-66F6871D9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F180B15-B29E-DB87-B75F-5891EFD2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2C7B4D5-AF90-B5CD-E322-4D0D84AC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15152BC-BB71-E9CF-5ADF-269DB97A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2B09BCE-19D4-4289-9C12-BEF47E27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005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007D8A-D1C5-0D23-CE38-0BE38B99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437A60C-28E1-14A1-1BD6-0223534EE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1E9CFF3-ABEA-A8D2-47DF-83559F6A7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AEE5D73-AE0C-3F4A-83CB-F2F2D6EB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65F52D3-4256-BCE5-CB6E-C4D25CCB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C6C24D7-DC3A-1174-7765-2D8EA7F9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306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FB93D9-824D-7A73-F89E-A4355F7D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837E0F7-6B46-0C9B-240F-26FA983D9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02242DD-36BB-69CE-44C0-F421EF645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CBE94C2-B0CF-C40F-AC06-DFC03AC43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B28C496-9044-52C2-0E35-D128D160E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10DB756-07F6-090F-5611-B21EE3CA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6A9C2EC-67A2-BB90-D075-2B53403F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7268D9D-1917-DC6E-0E7B-70047DFD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817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E50126-3650-E4BC-6BCD-823A3B64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4C7026B-BA82-BC55-9C98-49B9DF5B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CDB7B84-0041-F51F-61A4-5B9550B7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DDF02FA-3D58-895D-AF57-FC903B2E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526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ED5CC92-FC27-3A62-E357-3AE56954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11BEA41-F1D2-67A8-A3E4-670D0005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A841AF4-8B31-BCEA-24AF-2346043A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404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B8C74A-3DDD-A1CB-F492-B8B5898E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6225E3-A859-70BC-7189-50E9E5BBD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65201C6-EE71-E924-D04D-A37E70443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8B46C16-34F6-FC54-0B07-BD1D8EEEE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46215C2-4CFD-43AD-BCA4-E01CFB09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3DBD053-C911-D503-D631-FACECFED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832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F2819F-7771-12E7-52A2-E73D30E4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9EB4018-1C5D-6574-7855-B6385C23E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7A1EADE-6C4E-E871-D729-4CD8785B9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D1E6279-1489-A30A-61EC-15C9FAA3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01DA0D7-257A-B78A-35C5-5561B871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73EF530-FDD4-305B-4594-46CCB590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701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13A92B-FA1D-5FEC-F156-D5527B33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D0B879A-D15F-A595-8957-4CC9EDE6B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D53F7F-A90C-E9C5-6AA9-BEE1EE91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01ED309-90CD-7644-DC26-086436A0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50FB1E6-5383-4AC4-0D5A-39F2FBE8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432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891D1D1-531F-F9AE-770C-5E0DB71C9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5254646-3338-3FB5-4CC9-32C2CB01C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34EC0E-C843-07F0-9AD4-0326D6B5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4676D12-E946-599E-DB82-6AE467E1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D1FAFA7-18BB-DA85-E1B4-8F04FEF5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673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964BA6B-900B-D127-9CEF-DE1E3EE7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A98507D-D683-3EE5-83B8-5E99A6C51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F9F4F1B-D7BA-EF83-0BBB-798EAD0F8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E1BEB-A74B-468E-BE92-E22733075392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4682BF7-8D79-E66B-F71D-A41BD178A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793D66-D940-BEEC-5841-FF0BF004E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9738F-4A02-4B02-99B8-E01D20D02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899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739EEDD-1925-8952-BF1E-E827342941F3}"/>
              </a:ext>
            </a:extLst>
          </p:cNvPr>
          <p:cNvSpPr/>
          <p:nvPr/>
        </p:nvSpPr>
        <p:spPr>
          <a:xfrm>
            <a:off x="941832" y="1088136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BEER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FB6F01F6-3C73-AB48-204D-51C2C919F8D3}"/>
              </a:ext>
            </a:extLst>
          </p:cNvPr>
          <p:cNvSpPr/>
          <p:nvPr/>
        </p:nvSpPr>
        <p:spPr>
          <a:xfrm>
            <a:off x="2749296" y="1088136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WHISKEY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EC59D609-E7E5-B773-14E2-74FF6F7A608E}"/>
              </a:ext>
            </a:extLst>
          </p:cNvPr>
          <p:cNvSpPr/>
          <p:nvPr/>
        </p:nvSpPr>
        <p:spPr>
          <a:xfrm>
            <a:off x="4556760" y="1088136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FISH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7FC8B4E-383C-C0DB-A54F-E34B34205B8B}"/>
              </a:ext>
            </a:extLst>
          </p:cNvPr>
          <p:cNvSpPr/>
          <p:nvPr/>
        </p:nvSpPr>
        <p:spPr>
          <a:xfrm>
            <a:off x="6364224" y="1088136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STEAK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4D27F1A5-D023-34B9-15AC-14352DFE11B3}"/>
              </a:ext>
            </a:extLst>
          </p:cNvPr>
          <p:cNvSpPr/>
          <p:nvPr/>
        </p:nvSpPr>
        <p:spPr>
          <a:xfrm>
            <a:off x="2749296" y="1905000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Log In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1951FFB-165F-61FA-00FC-EAA6D29B69A2}"/>
              </a:ext>
            </a:extLst>
          </p:cNvPr>
          <p:cNvSpPr/>
          <p:nvPr/>
        </p:nvSpPr>
        <p:spPr>
          <a:xfrm>
            <a:off x="4556760" y="1905000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716822A9-7826-0ACF-AAA9-895F4464AAA4}"/>
              </a:ext>
            </a:extLst>
          </p:cNvPr>
          <p:cNvSpPr/>
          <p:nvPr/>
        </p:nvSpPr>
        <p:spPr>
          <a:xfrm>
            <a:off x="6364224" y="1905000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A63654E7-09D6-D549-92DD-A5AA04381EA9}"/>
              </a:ext>
            </a:extLst>
          </p:cNvPr>
          <p:cNvSpPr/>
          <p:nvPr/>
        </p:nvSpPr>
        <p:spPr>
          <a:xfrm>
            <a:off x="941832" y="1905000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Log Out</a:t>
            </a:r>
          </a:p>
        </p:txBody>
      </p:sp>
      <p:sp>
        <p:nvSpPr>
          <p:cNvPr id="2" name="מלבן: פינות מעוגלות 10">
            <a:extLst>
              <a:ext uri="{FF2B5EF4-FFF2-40B4-BE49-F238E27FC236}">
                <a16:creationId xmlns:a16="http://schemas.microsoft.com/office/drawing/2014/main" id="{095DDA6F-1351-59C0-46C4-278522A0AAA4}"/>
              </a:ext>
            </a:extLst>
          </p:cNvPr>
          <p:cNvSpPr/>
          <p:nvPr/>
        </p:nvSpPr>
        <p:spPr>
          <a:xfrm>
            <a:off x="8171688" y="1088136"/>
            <a:ext cx="1737360" cy="704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Gallery</a:t>
            </a:r>
          </a:p>
        </p:txBody>
      </p:sp>
    </p:spTree>
    <p:extLst>
      <p:ext uri="{BB962C8B-B14F-4D97-AF65-F5344CB8AC3E}">
        <p14:creationId xmlns:p14="http://schemas.microsoft.com/office/powerpoint/2010/main" val="194731748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Omer Mazor</cp:lastModifiedBy>
  <cp:revision>4</cp:revision>
  <dcterms:created xsi:type="dcterms:W3CDTF">2025-11-25T13:23:45Z</dcterms:created>
  <dcterms:modified xsi:type="dcterms:W3CDTF">2026-04-28T15:19:17Z</dcterms:modified>
</cp:coreProperties>
</file>