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0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84E88183-BC13-D9FE-2940-184D7DEAB5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A3706604-B55E-2747-BB97-909CCCF36F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ADF545B7-3E30-412F-B52F-6083E5F6C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E1BEB-A74B-468E-BE92-E22733075392}" type="datetimeFigureOut">
              <a:rPr lang="he-IL" smtClean="0"/>
              <a:t>ה'/כסלו/תשפ"ו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78ABE4E2-D144-3EE8-7109-56A79D3C89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B5E50C4B-C0C7-D735-EE09-5E5215215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738F-4A02-4B02-99B8-E01D20D02AF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140600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91617EA-8036-E112-0846-45C384821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550A1D49-E126-9816-6CDB-30570F56A2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999FB16D-C150-5FB0-1EFD-7E341BD33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E1BEB-A74B-468E-BE92-E22733075392}" type="datetimeFigureOut">
              <a:rPr lang="he-IL" smtClean="0"/>
              <a:t>ה'/כסלו/תשפ"ו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1AA7C2BD-F831-0C1F-BDDB-CCDCF7E23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80857F00-8205-3626-BDB5-F723AEE17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738F-4A02-4B02-99B8-E01D20D02AF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5298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D180839-8215-9BF1-C342-66F6871D9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BF180B15-B29E-DB87-B75F-5891EFD246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F2C7B4D5-AF90-B5CD-E322-4D0D84AC4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E1BEB-A74B-468E-BE92-E22733075392}" type="datetimeFigureOut">
              <a:rPr lang="he-IL" smtClean="0"/>
              <a:t>ה'/כסלו/תשפ"ו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B15152BC-BB71-E9CF-5ADF-269DB97AD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62B09BCE-19D4-4289-9C12-BEF47E27A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738F-4A02-4B02-99B8-E01D20D02AF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800582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AD007D8A-D1C5-0D23-CE38-0BE38B99A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5437A60C-28E1-14A1-1BD6-0223534EE0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A1E9CFF3-ABEA-A8D2-47DF-83559F6A7C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4AEE5D73-AE0C-3F4A-83CB-F2F2D6EBA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E1BEB-A74B-468E-BE92-E22733075392}" type="datetimeFigureOut">
              <a:rPr lang="he-IL" smtClean="0"/>
              <a:t>ה'/כסלו/תשפ"ו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765F52D3-4256-BCE5-CB6E-C4D25CCB9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8C6C24D7-DC3A-1174-7765-2D8EA7F98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738F-4A02-4B02-99B8-E01D20D02AF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130619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05FB93D9-824D-7A73-F89E-A4355F7D1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B837E0F7-6B46-0C9B-240F-26FA983D93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702242DD-36BB-69CE-44C0-F421EF6457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1CBE94C2-B0CF-C40F-AC06-DFC03AC432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DB28C496-9044-52C2-0E35-D128D160E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010DB756-07F6-090F-5611-B21EE3CA6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E1BEB-A74B-468E-BE92-E22733075392}" type="datetimeFigureOut">
              <a:rPr lang="he-IL" smtClean="0"/>
              <a:t>ה'/כסלו/תשפ"ו</a:t>
            </a:fld>
            <a:endParaRPr lang="he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46A9C2EC-67A2-BB90-D075-2B53403FB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97268D9D-1917-DC6E-0E7B-70047DFD1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738F-4A02-4B02-99B8-E01D20D02AF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781730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FFE50126-3650-E4BC-6BCD-823A3B64F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04C7026B-BA82-BC55-9C98-49B9DF5B6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E1BEB-A74B-468E-BE92-E22733075392}" type="datetimeFigureOut">
              <a:rPr lang="he-IL" smtClean="0"/>
              <a:t>ה'/כסלו/תשפ"ו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1CDB7B84-0041-F51F-61A4-5B9550B79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4DDF02FA-3D58-895D-AF57-FC903B2E4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738F-4A02-4B02-99B8-E01D20D02AF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55267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7ED5CC92-FC27-3A62-E357-3AE569545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E1BEB-A74B-468E-BE92-E22733075392}" type="datetimeFigureOut">
              <a:rPr lang="he-IL" smtClean="0"/>
              <a:t>ה'/כסלו/תשפ"ו</a:t>
            </a:fld>
            <a:endParaRPr lang="he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511BEA41-F1D2-67A8-A3E4-670D00054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DA841AF4-8B31-BCEA-24AF-2346043A5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738F-4A02-4B02-99B8-E01D20D02AF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440488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52B8C74A-3DDD-A1CB-F492-B8B5898ED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406225E3-A859-70BC-7189-50E9E5BBD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665201C6-EE71-E924-D04D-A37E704432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C8B46C16-34F6-FC54-0B07-BD1D8EEEE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E1BEB-A74B-468E-BE92-E22733075392}" type="datetimeFigureOut">
              <a:rPr lang="he-IL" smtClean="0"/>
              <a:t>ה'/כסלו/תשפ"ו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D46215C2-4CFD-43AD-BCA4-E01CFB09D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03DBD053-C911-D503-D631-FACECFED4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738F-4A02-4B02-99B8-E01D20D02AF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8683296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82F2819F-7771-12E7-52A2-E73D30E4FA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19EB4018-1C5D-6574-7855-B6385C23E6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47A1EADE-6C4E-E871-D729-4CD8785B96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7D1E6279-1489-A30A-61EC-15C9FAA3D2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E1BEB-A74B-468E-BE92-E22733075392}" type="datetimeFigureOut">
              <a:rPr lang="he-IL" smtClean="0"/>
              <a:t>ה'/כסלו/תשפ"ו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E01DA0D7-257A-B78A-35C5-5561B8714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F73EF530-FDD4-305B-4594-46CCB5901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738F-4A02-4B02-99B8-E01D20D02AF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77017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C213A92B-FA1D-5FEC-F156-D5527B333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1D0B879A-D15F-A595-8957-4CC9EDE6B7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C0D53F7F-A90C-E9C5-6AA9-BEE1EE911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E1BEB-A74B-468E-BE92-E22733075392}" type="datetimeFigureOut">
              <a:rPr lang="he-IL" smtClean="0"/>
              <a:t>ה'/כסלו/תשפ"ו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601ED309-90CD-7644-DC26-086436A0B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150FB1E6-5383-4AC4-0D5A-39F2FBE8B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738F-4A02-4B02-99B8-E01D20D02AF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724327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9891D1D1-531F-F9AE-770C-5E0DB71C9C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05254646-3338-3FB5-4CC9-32C2CB01C2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7234EC0E-C843-07F0-9AD4-0326D6B55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E1BEB-A74B-468E-BE92-E22733075392}" type="datetimeFigureOut">
              <a:rPr lang="he-IL" smtClean="0"/>
              <a:t>ה'/כסלו/תשפ"ו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44676D12-E946-599E-DB82-6AE467E1F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BD1FAFA7-18BB-DA85-E1B4-8F04FEF5A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738F-4A02-4B02-99B8-E01D20D02AF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6767301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5964BA6B-900B-D127-9CEF-DE1E3EE792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0A98507D-D683-3EE5-83B8-5E99A6C51A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7F9F4F1B-D7BA-EF83-0BBB-798EAD0F89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7E1BEB-A74B-468E-BE92-E22733075392}" type="datetimeFigureOut">
              <a:rPr lang="he-IL" smtClean="0"/>
              <a:t>ה'/כסלו/תשפ"ו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34682BF7-8D79-E66B-F71D-A41BD178A8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5F793D66-D940-BEEC-5841-FF0BF004EB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09738F-4A02-4B02-99B8-E01D20D02AF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88992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: פינות מעוגלות 3">
            <a:extLst>
              <a:ext uri="{FF2B5EF4-FFF2-40B4-BE49-F238E27FC236}">
                <a16:creationId xmlns:a16="http://schemas.microsoft.com/office/drawing/2014/main" id="{6739EEDD-1925-8952-BF1E-E827342941F3}"/>
              </a:ext>
            </a:extLst>
          </p:cNvPr>
          <p:cNvSpPr/>
          <p:nvPr/>
        </p:nvSpPr>
        <p:spPr>
          <a:xfrm>
            <a:off x="941832" y="1088136"/>
            <a:ext cx="1737360" cy="7040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BEER</a:t>
            </a:r>
            <a:endParaRPr lang="he-IL" dirty="0">
              <a:solidFill>
                <a:schemeClr val="bg1"/>
              </a:solidFill>
            </a:endParaRPr>
          </a:p>
        </p:txBody>
      </p:sp>
      <p:sp>
        <p:nvSpPr>
          <p:cNvPr id="5" name="מלבן: פינות מעוגלות 4">
            <a:extLst>
              <a:ext uri="{FF2B5EF4-FFF2-40B4-BE49-F238E27FC236}">
                <a16:creationId xmlns:a16="http://schemas.microsoft.com/office/drawing/2014/main" id="{FB6F01F6-3C73-AB48-204D-51C2C919F8D3}"/>
              </a:ext>
            </a:extLst>
          </p:cNvPr>
          <p:cNvSpPr/>
          <p:nvPr/>
        </p:nvSpPr>
        <p:spPr>
          <a:xfrm>
            <a:off x="2749296" y="1088136"/>
            <a:ext cx="1737360" cy="7040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WHISKEY</a:t>
            </a:r>
          </a:p>
        </p:txBody>
      </p:sp>
    </p:spTree>
    <p:extLst>
      <p:ext uri="{BB962C8B-B14F-4D97-AF65-F5344CB8AC3E}">
        <p14:creationId xmlns:p14="http://schemas.microsoft.com/office/powerpoint/2010/main" val="1947317484"/>
      </p:ext>
    </p:extLst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Microsoft Office PowerPoint</Application>
  <PresentationFormat>מסך רחב</PresentationFormat>
  <Paragraphs>2</Paragraphs>
  <Slides>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ערכת נושא Office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1</cp:revision>
  <dcterms:created xsi:type="dcterms:W3CDTF">2025-11-25T13:23:45Z</dcterms:created>
  <dcterms:modified xsi:type="dcterms:W3CDTF">2025-11-25T13:24:03Z</dcterms:modified>
</cp:coreProperties>
</file>